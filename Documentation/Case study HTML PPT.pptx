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13694f6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13694f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13694f6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13694f6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lt1"/>
                </a:solidFill>
              </a:rPr>
              <a:t>          Movie Ticket Booking System (C++)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32">
                <a:solidFill>
                  <a:schemeClr val="lt1"/>
                </a:solidFill>
              </a:rPr>
              <a:t>B</a:t>
            </a:r>
            <a:r>
              <a:rPr b="1" lang="en-GB" sz="1232">
                <a:solidFill>
                  <a:schemeClr val="lt1"/>
                </a:solidFill>
              </a:rPr>
              <a:t>y  </a:t>
            </a:r>
            <a:r>
              <a:rPr b="1" i="1" lang="en-GB" sz="1332">
                <a:solidFill>
                  <a:schemeClr val="lt1"/>
                </a:solidFill>
              </a:rPr>
              <a:t>Piyush Owalekar</a:t>
            </a:r>
            <a:endParaRPr b="1" i="1" sz="9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The traditional method of booking movie tickets manually can be time-consuming and may lead to errors in seat management and billing.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There is a need for a simple computerized system that allows users to view available movies, select show timings, book seats, and automatically calculate the total bill.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The solution is </a:t>
            </a:r>
            <a:r>
              <a:rPr b="1" lang="en-GB" sz="1400">
                <a:solidFill>
                  <a:schemeClr val="dk1"/>
                </a:solidFill>
              </a:rPr>
              <a:t>Movie Ticket Booking System</a:t>
            </a:r>
            <a:r>
              <a:rPr lang="en-GB" sz="1400">
                <a:solidFill>
                  <a:schemeClr val="dk1"/>
                </a:solidFill>
              </a:rPr>
              <a:t> developed using </a:t>
            </a:r>
            <a:r>
              <a:rPr b="1" lang="en-GB" sz="1400">
                <a:solidFill>
                  <a:schemeClr val="dk1"/>
                </a:solidFill>
              </a:rPr>
              <a:t>C++ programming language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The system provides the following features: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• Display list of available movies</a:t>
            </a:r>
            <a:br>
              <a:rPr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• Show movie timings and ticket prices</a:t>
            </a:r>
            <a:br>
              <a:rPr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• Allow users to book seats</a:t>
            </a:r>
            <a:br>
              <a:rPr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• Automatically calculate ticket price</a:t>
            </a:r>
            <a:br>
              <a:rPr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• Store booking information</a:t>
            </a:r>
            <a:br>
              <a:rPr lang="en-GB" sz="1400">
                <a:solidFill>
                  <a:schemeClr val="dk1"/>
                </a:solidFill>
              </a:rPr>
            </a:br>
            <a:r>
              <a:rPr lang="en-GB" sz="1400">
                <a:solidFill>
                  <a:schemeClr val="dk1"/>
                </a:solidFill>
              </a:rPr>
              <a:t>• Display booking summary and total revenue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The system uses </a:t>
            </a:r>
            <a:r>
              <a:rPr b="1" lang="en-GB" sz="1400">
                <a:solidFill>
                  <a:schemeClr val="dk1"/>
                </a:solidFill>
              </a:rPr>
              <a:t>arrays, loops, conditional statements, and switch cases</a:t>
            </a:r>
            <a:r>
              <a:rPr lang="en-GB" sz="1400">
                <a:solidFill>
                  <a:schemeClr val="dk1"/>
                </a:solidFill>
              </a:rPr>
              <a:t> to manage movie data and booking operations.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</a:t>
            </a:r>
            <a:r>
              <a:rPr b="1" lang="en-GB" sz="1300">
                <a:solidFill>
                  <a:schemeClr val="dk1"/>
                </a:solidFill>
              </a:rPr>
              <a:t>Movie Ticket Booking System</a:t>
            </a:r>
            <a:r>
              <a:rPr lang="en-GB" sz="1300">
                <a:solidFill>
                  <a:schemeClr val="dk1"/>
                </a:solidFill>
              </a:rPr>
              <a:t> successfully demonstrates how C++ programming can be used to create a simple ticket management system.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program allows users to: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View available movies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Book tickets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Calculate total bill automatically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Track seat bookings and revenue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2" name="Google Shape;82;p1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