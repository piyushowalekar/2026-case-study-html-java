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1c9428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1c9428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1c9428b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1c9428b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</a:rPr>
              <a:t>CargoConnect: Freight Logistics Tracker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32">
                <a:solidFill>
                  <a:schemeClr val="lt1"/>
                </a:solidFill>
              </a:rPr>
              <a:t>B</a:t>
            </a:r>
            <a:r>
              <a:rPr b="1" lang="en-GB" sz="1632">
                <a:solidFill>
                  <a:schemeClr val="lt1"/>
                </a:solidFill>
              </a:rPr>
              <a:t>y</a:t>
            </a:r>
            <a:endParaRPr b="1" sz="1632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32">
                <a:solidFill>
                  <a:schemeClr val="lt1"/>
                </a:solidFill>
              </a:rPr>
              <a:t>Piyush Owalekar</a:t>
            </a:r>
            <a:endParaRPr b="1" sz="19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Traditional logistics and cargo management systems lack </a:t>
            </a:r>
            <a:r>
              <a:rPr b="1" lang="en-GB" sz="1600">
                <a:solidFill>
                  <a:schemeClr val="dk1"/>
                </a:solidFill>
              </a:rPr>
              <a:t>real-time visibility</a:t>
            </a:r>
            <a:r>
              <a:rPr lang="en-GB" sz="1600">
                <a:solidFill>
                  <a:schemeClr val="dk1"/>
                </a:solidFill>
              </a:rPr>
              <a:t> into shipment status. Stakeholders face: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No centralized dashboard to monitor multiple shipments at once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Inability to track live progress of cargo in transit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Manual or opaque pricing calculations with no transparency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No easy way to look up shipment history, route, or vessel info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Disconnected data — status, weight, customs, insurance all siloed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CargoConnect</a:t>
            </a:r>
            <a:r>
              <a:rPr lang="en-GB" sz="1300">
                <a:solidFill>
                  <a:schemeClr val="dk1"/>
                </a:solidFill>
              </a:rPr>
              <a:t> — a browser-based logistics tracking and analytics platform.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Key Features: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Analytics Dashboard</a:t>
            </a:r>
            <a:r>
              <a:rPr lang="en-GB" sz="1300">
                <a:solidFill>
                  <a:schemeClr val="dk1"/>
                </a:solidFill>
              </a:rPr>
              <a:t> — KPI cards (Total, Delivered, In Transit, Pending) with animated counters and Chart.js visualizations (doughnut + bar charts)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Shipment Tracking</a:t>
            </a:r>
            <a:r>
              <a:rPr lang="en-GB" sz="1300">
                <a:solidFill>
                  <a:schemeClr val="dk1"/>
                </a:solidFill>
              </a:rPr>
              <a:t> — Search by AWB number to get real-time status and progress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Shipment Details Page</a:t>
            </a:r>
            <a:r>
              <a:rPr lang="en-GB" sz="1300">
                <a:solidFill>
                  <a:schemeClr val="dk1"/>
                </a:solidFill>
              </a:rPr>
              <a:t> — Full breakdown: origin, destination, vessel, weight, progress bar, event timeline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Transparent Pricing Engine</a:t>
            </a:r>
            <a:r>
              <a:rPr lang="en-GB" sz="1300">
                <a:solidFill>
                  <a:schemeClr val="dk1"/>
                </a:solidFill>
              </a:rPr>
              <a:t> — Calculates base rate, volume discounts (5%/10%), insurance surcharge (1.5%), and customs fees automatically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Live Updates</a:t>
            </a:r>
            <a:r>
              <a:rPr lang="en-GB" sz="1300">
                <a:solidFill>
                  <a:schemeClr val="dk1"/>
                </a:solidFill>
              </a:rPr>
              <a:t> — Simulated real-time progress updates every 4 seconds, with transport filter (Air/Sea)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CargoConnect solves the </a:t>
            </a:r>
            <a:r>
              <a:rPr b="1" lang="en-GB" sz="1400">
                <a:solidFill>
                  <a:schemeClr val="dk1"/>
                </a:solidFill>
              </a:rPr>
              <a:t>visibility gap</a:t>
            </a:r>
            <a:r>
              <a:rPr lang="en-GB" sz="1400">
                <a:solidFill>
                  <a:schemeClr val="dk1"/>
                </a:solidFill>
              </a:rPr>
              <a:t> in logistics by providing: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 A </a:t>
            </a:r>
            <a:r>
              <a:rPr b="1" lang="en-GB" sz="1400">
                <a:solidFill>
                  <a:schemeClr val="dk1"/>
                </a:solidFill>
              </a:rPr>
              <a:t>single-screen overview</a:t>
            </a:r>
            <a:r>
              <a:rPr lang="en-GB" sz="1400">
                <a:solidFill>
                  <a:schemeClr val="dk1"/>
                </a:solidFill>
              </a:rPr>
              <a:t> of all shipments with live charts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 </a:t>
            </a:r>
            <a:r>
              <a:rPr b="1" lang="en-GB" sz="1400">
                <a:solidFill>
                  <a:schemeClr val="dk1"/>
                </a:solidFill>
              </a:rPr>
              <a:t>Instant lookup</a:t>
            </a:r>
            <a:r>
              <a:rPr lang="en-GB" sz="1400">
                <a:solidFill>
                  <a:schemeClr val="dk1"/>
                </a:solidFill>
              </a:rPr>
              <a:t> of any shipment by AWB number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 </a:t>
            </a:r>
            <a:r>
              <a:rPr b="1" lang="en-GB" sz="1400">
                <a:solidFill>
                  <a:schemeClr val="dk1"/>
                </a:solidFill>
              </a:rPr>
              <a:t>Automated, transparent pricing</a:t>
            </a:r>
            <a:r>
              <a:rPr lang="en-GB" sz="1400">
                <a:solidFill>
                  <a:schemeClr val="dk1"/>
                </a:solidFill>
              </a:rPr>
              <a:t> — no manual calculation needed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 </a:t>
            </a:r>
            <a:r>
              <a:rPr b="1" lang="en-GB" sz="1400">
                <a:solidFill>
                  <a:schemeClr val="dk1"/>
                </a:solidFill>
              </a:rPr>
              <a:t>Simulated real-time tracking</a:t>
            </a:r>
            <a:r>
              <a:rPr lang="en-GB" sz="1400">
                <a:solidFill>
                  <a:schemeClr val="dk1"/>
                </a:solidFill>
              </a:rPr>
              <a:t> that mimics production-grade live systems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 A clean, animated UI built with zero frameworks — lightweight and fast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2" name="Google Shape;82;p1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